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60" r:id="rId5"/>
    <p:sldId id="263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39C047-6C85-497D-BFC8-BA508B07AFE2}" v="236" dt="2026-03-11T06:17:20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roski, Brittney E CIV (USA)" userId="da29ddcf-73d8-4c50-bae6-a7b25f96b2d9" providerId="ADAL" clId="{C5D02905-5626-4D7C-9EC2-130B8A76CA59}"/>
    <pc:docChg chg="undo redo custSel addSld delSld modSld sldOrd">
      <pc:chgData name="Kuroski, Brittney E CIV (USA)" userId="da29ddcf-73d8-4c50-bae6-a7b25f96b2d9" providerId="ADAL" clId="{C5D02905-5626-4D7C-9EC2-130B8A76CA59}" dt="2026-03-11T06:21:06.075" v="4443" actId="47"/>
      <pc:docMkLst>
        <pc:docMk/>
      </pc:docMkLst>
      <pc:sldChg chg="modSp mod">
        <pc:chgData name="Kuroski, Brittney E CIV (USA)" userId="da29ddcf-73d8-4c50-bae6-a7b25f96b2d9" providerId="ADAL" clId="{C5D02905-5626-4D7C-9EC2-130B8A76CA59}" dt="2026-03-11T04:03:44.957" v="1433" actId="20577"/>
        <pc:sldMkLst>
          <pc:docMk/>
          <pc:sldMk cId="4050934400" sldId="257"/>
        </pc:sldMkLst>
        <pc:graphicFrameChg chg="modGraphic">
          <ac:chgData name="Kuroski, Brittney E CIV (USA)" userId="da29ddcf-73d8-4c50-bae6-a7b25f96b2d9" providerId="ADAL" clId="{C5D02905-5626-4D7C-9EC2-130B8A76CA59}" dt="2026-03-11T04:03:44.957" v="1433" actId="20577"/>
          <ac:graphicFrameMkLst>
            <pc:docMk/>
            <pc:sldMk cId="4050934400" sldId="257"/>
            <ac:graphicFrameMk id="16" creationId="{72D7D1F3-7587-65D8-E457-3E874B96F1C8}"/>
          </ac:graphicFrameMkLst>
        </pc:graphicFrameChg>
      </pc:sldChg>
      <pc:sldChg chg="modSp mod">
        <pc:chgData name="Kuroski, Brittney E CIV (USA)" userId="da29ddcf-73d8-4c50-bae6-a7b25f96b2d9" providerId="ADAL" clId="{C5D02905-5626-4D7C-9EC2-130B8A76CA59}" dt="2026-03-11T05:25:07.516" v="2468" actId="20577"/>
        <pc:sldMkLst>
          <pc:docMk/>
          <pc:sldMk cId="1952387974" sldId="258"/>
        </pc:sldMkLst>
        <pc:spChg chg="mod">
          <ac:chgData name="Kuroski, Brittney E CIV (USA)" userId="da29ddcf-73d8-4c50-bae6-a7b25f96b2d9" providerId="ADAL" clId="{C5D02905-5626-4D7C-9EC2-130B8A76CA59}" dt="2026-03-08T20:20:06.242" v="568" actId="20577"/>
          <ac:spMkLst>
            <pc:docMk/>
            <pc:sldMk cId="1952387974" sldId="258"/>
            <ac:spMk id="2" creationId="{023D1DFB-9BDA-76A8-887E-E174101FC042}"/>
          </ac:spMkLst>
        </pc:spChg>
        <pc:spChg chg="mod">
          <ac:chgData name="Kuroski, Brittney E CIV (USA)" userId="da29ddcf-73d8-4c50-bae6-a7b25f96b2d9" providerId="ADAL" clId="{C5D02905-5626-4D7C-9EC2-130B8A76CA59}" dt="2026-03-11T05:25:07.516" v="2468" actId="20577"/>
          <ac:spMkLst>
            <pc:docMk/>
            <pc:sldMk cId="1952387974" sldId="258"/>
            <ac:spMk id="3" creationId="{F0144DDE-E08E-73D1-9D7C-7015A2CBE8FD}"/>
          </ac:spMkLst>
        </pc:spChg>
      </pc:sldChg>
      <pc:sldChg chg="modSp add del mod">
        <pc:chgData name="Kuroski, Brittney E CIV (USA)" userId="da29ddcf-73d8-4c50-bae6-a7b25f96b2d9" providerId="ADAL" clId="{C5D02905-5626-4D7C-9EC2-130B8A76CA59}" dt="2026-03-11T04:14:43.138" v="1935" actId="2696"/>
        <pc:sldMkLst>
          <pc:docMk/>
          <pc:sldMk cId="2351965073" sldId="259"/>
        </pc:sldMkLst>
        <pc:spChg chg="mod">
          <ac:chgData name="Kuroski, Brittney E CIV (USA)" userId="da29ddcf-73d8-4c50-bae6-a7b25f96b2d9" providerId="ADAL" clId="{C5D02905-5626-4D7C-9EC2-130B8A76CA59}" dt="2026-03-11T04:14:15.506" v="1931" actId="6549"/>
          <ac:spMkLst>
            <pc:docMk/>
            <pc:sldMk cId="2351965073" sldId="259"/>
            <ac:spMk id="2" creationId="{30EB2A88-910A-8A7A-C339-2A3039E57F35}"/>
          </ac:spMkLst>
        </pc:spChg>
        <pc:spChg chg="mod">
          <ac:chgData name="Kuroski, Brittney E CIV (USA)" userId="da29ddcf-73d8-4c50-bae6-a7b25f96b2d9" providerId="ADAL" clId="{C5D02905-5626-4D7C-9EC2-130B8A76CA59}" dt="2026-03-11T04:14:37.624" v="1934" actId="6549"/>
          <ac:spMkLst>
            <pc:docMk/>
            <pc:sldMk cId="2351965073" sldId="259"/>
            <ac:spMk id="3" creationId="{E06DB543-DBAE-1DD0-1CF9-273F0E1F0F33}"/>
          </ac:spMkLst>
        </pc:spChg>
      </pc:sldChg>
      <pc:sldChg chg="addSp delSp modSp add mod">
        <pc:chgData name="Kuroski, Brittney E CIV (USA)" userId="da29ddcf-73d8-4c50-bae6-a7b25f96b2d9" providerId="ADAL" clId="{C5D02905-5626-4D7C-9EC2-130B8A76CA59}" dt="2026-03-11T04:22:10.064" v="2291" actId="1076"/>
        <pc:sldMkLst>
          <pc:docMk/>
          <pc:sldMk cId="2282218915" sldId="260"/>
        </pc:sldMkLst>
        <pc:spChg chg="mod">
          <ac:chgData name="Kuroski, Brittney E CIV (USA)" userId="da29ddcf-73d8-4c50-bae6-a7b25f96b2d9" providerId="ADAL" clId="{C5D02905-5626-4D7C-9EC2-130B8A76CA59}" dt="2026-03-11T04:16:13.974" v="2004" actId="26606"/>
          <ac:spMkLst>
            <pc:docMk/>
            <pc:sldMk cId="2282218915" sldId="260"/>
            <ac:spMk id="2" creationId="{8471A1B5-1011-7D4B-30DE-8DA74273DCC2}"/>
          </ac:spMkLst>
        </pc:spChg>
        <pc:spChg chg="mod">
          <ac:chgData name="Kuroski, Brittney E CIV (USA)" userId="da29ddcf-73d8-4c50-bae6-a7b25f96b2d9" providerId="ADAL" clId="{C5D02905-5626-4D7C-9EC2-130B8A76CA59}" dt="2026-03-11T04:20:03.274" v="2278" actId="113"/>
          <ac:spMkLst>
            <pc:docMk/>
            <pc:sldMk cId="2282218915" sldId="260"/>
            <ac:spMk id="3" creationId="{C8852535-E42D-AB44-18C9-FB03FE0498BD}"/>
          </ac:spMkLst>
        </pc:spChg>
        <pc:spChg chg="add del mod ord">
          <ac:chgData name="Kuroski, Brittney E CIV (USA)" userId="da29ddcf-73d8-4c50-bae6-a7b25f96b2d9" providerId="ADAL" clId="{C5D02905-5626-4D7C-9EC2-130B8A76CA59}" dt="2026-03-11T04:20:15.264" v="2282"/>
          <ac:spMkLst>
            <pc:docMk/>
            <pc:sldMk cId="2282218915" sldId="260"/>
            <ac:spMk id="4" creationId="{1E599E1A-6336-7361-ED38-215EEBF77F36}"/>
          </ac:spMkLst>
        </pc:spChg>
        <pc:spChg chg="del">
          <ac:chgData name="Kuroski, Brittney E CIV (USA)" userId="da29ddcf-73d8-4c50-bae6-a7b25f96b2d9" providerId="ADAL" clId="{C5D02905-5626-4D7C-9EC2-130B8A76CA59}" dt="2026-03-11T04:16:13.974" v="2004" actId="26606"/>
          <ac:spMkLst>
            <pc:docMk/>
            <pc:sldMk cId="2282218915" sldId="260"/>
            <ac:spMk id="8" creationId="{18FE8D35-BFE2-2B08-D5F1-741909CE9462}"/>
          </ac:spMkLst>
        </pc:spChg>
        <pc:spChg chg="del">
          <ac:chgData name="Kuroski, Brittney E CIV (USA)" userId="da29ddcf-73d8-4c50-bae6-a7b25f96b2d9" providerId="ADAL" clId="{C5D02905-5626-4D7C-9EC2-130B8A76CA59}" dt="2026-03-11T04:16:13.974" v="2004" actId="26606"/>
          <ac:spMkLst>
            <pc:docMk/>
            <pc:sldMk cId="2282218915" sldId="260"/>
            <ac:spMk id="10" creationId="{98F45B0D-C381-42A6-3357-153B590625B6}"/>
          </ac:spMkLst>
        </pc:spChg>
        <pc:spChg chg="del">
          <ac:chgData name="Kuroski, Brittney E CIV (USA)" userId="da29ddcf-73d8-4c50-bae6-a7b25f96b2d9" providerId="ADAL" clId="{C5D02905-5626-4D7C-9EC2-130B8A76CA59}" dt="2026-03-11T04:16:13.974" v="2004" actId="26606"/>
          <ac:spMkLst>
            <pc:docMk/>
            <pc:sldMk cId="2282218915" sldId="260"/>
            <ac:spMk id="12" creationId="{3D9C614A-9267-FC74-6A2C-E0091CF71576}"/>
          </ac:spMkLst>
        </pc:spChg>
        <pc:spChg chg="del">
          <ac:chgData name="Kuroski, Brittney E CIV (USA)" userId="da29ddcf-73d8-4c50-bae6-a7b25f96b2d9" providerId="ADAL" clId="{C5D02905-5626-4D7C-9EC2-130B8A76CA59}" dt="2026-03-11T04:16:13.974" v="2004" actId="26606"/>
          <ac:spMkLst>
            <pc:docMk/>
            <pc:sldMk cId="2282218915" sldId="260"/>
            <ac:spMk id="14" creationId="{68D6A710-D7CA-D16E-A5D6-319894567917}"/>
          </ac:spMkLst>
        </pc:spChg>
        <pc:spChg chg="add">
          <ac:chgData name="Kuroski, Brittney E CIV (USA)" userId="da29ddcf-73d8-4c50-bae6-a7b25f96b2d9" providerId="ADAL" clId="{C5D02905-5626-4D7C-9EC2-130B8A76CA59}" dt="2026-03-11T04:16:13.974" v="2004" actId="26606"/>
          <ac:spMkLst>
            <pc:docMk/>
            <pc:sldMk cId="2282218915" sldId="260"/>
            <ac:spMk id="1031" creationId="{5DF40726-9B19-4165-9C26-757D16E19E23}"/>
          </ac:spMkLst>
        </pc:spChg>
        <pc:spChg chg="add">
          <ac:chgData name="Kuroski, Brittney E CIV (USA)" userId="da29ddcf-73d8-4c50-bae6-a7b25f96b2d9" providerId="ADAL" clId="{C5D02905-5626-4D7C-9EC2-130B8A76CA59}" dt="2026-03-11T04:16:13.974" v="2004" actId="26606"/>
          <ac:spMkLst>
            <pc:docMk/>
            <pc:sldMk cId="2282218915" sldId="260"/>
            <ac:spMk id="1033" creationId="{2089CB41-F399-4AEB-980C-5BFB1049CBED}"/>
          </ac:spMkLst>
        </pc:spChg>
        <pc:spChg chg="add">
          <ac:chgData name="Kuroski, Brittney E CIV (USA)" userId="da29ddcf-73d8-4c50-bae6-a7b25f96b2d9" providerId="ADAL" clId="{C5D02905-5626-4D7C-9EC2-130B8A76CA59}" dt="2026-03-11T04:16:13.974" v="2004" actId="26606"/>
          <ac:spMkLst>
            <pc:docMk/>
            <pc:sldMk cId="2282218915" sldId="260"/>
            <ac:spMk id="1035" creationId="{1BFC967B-3DD6-463D-9DB9-6E4419AE0DAA}"/>
          </ac:spMkLst>
        </pc:spChg>
        <pc:picChg chg="add mod">
          <ac:chgData name="Kuroski, Brittney E CIV (USA)" userId="da29ddcf-73d8-4c50-bae6-a7b25f96b2d9" providerId="ADAL" clId="{C5D02905-5626-4D7C-9EC2-130B8A76CA59}" dt="2026-03-11T04:22:10.064" v="2291" actId="1076"/>
          <ac:picMkLst>
            <pc:docMk/>
            <pc:sldMk cId="2282218915" sldId="260"/>
            <ac:picMk id="5" creationId="{A026CD5D-5512-9C99-523A-4228EE7B340D}"/>
          </ac:picMkLst>
        </pc:picChg>
        <pc:picChg chg="add del mod">
          <ac:chgData name="Kuroski, Brittney E CIV (USA)" userId="da29ddcf-73d8-4c50-bae6-a7b25f96b2d9" providerId="ADAL" clId="{C5D02905-5626-4D7C-9EC2-130B8A76CA59}" dt="2026-03-11T04:21:52.269" v="2285" actId="478"/>
          <ac:picMkLst>
            <pc:docMk/>
            <pc:sldMk cId="2282218915" sldId="260"/>
            <ac:picMk id="1026" creationId="{F7914051-C788-A2A1-EB20-82ED7947E457}"/>
          </ac:picMkLst>
        </pc:picChg>
      </pc:sldChg>
      <pc:sldChg chg="addSp delSp modSp add mod ord">
        <pc:chgData name="Kuroski, Brittney E CIV (USA)" userId="da29ddcf-73d8-4c50-bae6-a7b25f96b2d9" providerId="ADAL" clId="{C5D02905-5626-4D7C-9EC2-130B8A76CA59}" dt="2026-03-11T06:16:58.569" v="4002" actId="20577"/>
        <pc:sldMkLst>
          <pc:docMk/>
          <pc:sldMk cId="1773109893" sldId="261"/>
        </pc:sldMkLst>
        <pc:spChg chg="mod">
          <ac:chgData name="Kuroski, Brittney E CIV (USA)" userId="da29ddcf-73d8-4c50-bae6-a7b25f96b2d9" providerId="ADAL" clId="{C5D02905-5626-4D7C-9EC2-130B8A76CA59}" dt="2026-03-11T05:59:21.829" v="3188" actId="20577"/>
          <ac:spMkLst>
            <pc:docMk/>
            <pc:sldMk cId="1773109893" sldId="261"/>
            <ac:spMk id="2" creationId="{44D1DAA2-0D24-3A7A-FCAF-0D5EB2718971}"/>
          </ac:spMkLst>
        </pc:spChg>
        <pc:spChg chg="add del mod">
          <ac:chgData name="Kuroski, Brittney E CIV (USA)" userId="da29ddcf-73d8-4c50-bae6-a7b25f96b2d9" providerId="ADAL" clId="{C5D02905-5626-4D7C-9EC2-130B8A76CA59}" dt="2026-03-11T06:16:58.569" v="4002" actId="20577"/>
          <ac:spMkLst>
            <pc:docMk/>
            <pc:sldMk cId="1773109893" sldId="261"/>
            <ac:spMk id="3" creationId="{9223EC06-F209-3C7F-36FA-9E678EBF3A04}"/>
          </ac:spMkLst>
        </pc:spChg>
        <pc:spChg chg="add del mod">
          <ac:chgData name="Kuroski, Brittney E CIV (USA)" userId="da29ddcf-73d8-4c50-bae6-a7b25f96b2d9" providerId="ADAL" clId="{C5D02905-5626-4D7C-9EC2-130B8A76CA59}" dt="2026-03-11T05:59:28.334" v="3190" actId="478"/>
          <ac:spMkLst>
            <pc:docMk/>
            <pc:sldMk cId="1773109893" sldId="261"/>
            <ac:spMk id="10" creationId="{7647741A-144E-BD7D-01C1-C20317D15D56}"/>
          </ac:spMkLst>
        </pc:spChg>
        <pc:spChg chg="add del">
          <ac:chgData name="Kuroski, Brittney E CIV (USA)" userId="da29ddcf-73d8-4c50-bae6-a7b25f96b2d9" providerId="ADAL" clId="{C5D02905-5626-4D7C-9EC2-130B8A76CA59}" dt="2026-03-11T05:35:59.862" v="2722" actId="26606"/>
          <ac:spMkLst>
            <pc:docMk/>
            <pc:sldMk cId="1773109893" sldId="261"/>
            <ac:spMk id="1031" creationId="{50D43F92-30EE-CB8C-B9D2-FD3923713D97}"/>
          </ac:spMkLst>
        </pc:spChg>
        <pc:spChg chg="add del">
          <ac:chgData name="Kuroski, Brittney E CIV (USA)" userId="da29ddcf-73d8-4c50-bae6-a7b25f96b2d9" providerId="ADAL" clId="{C5D02905-5626-4D7C-9EC2-130B8A76CA59}" dt="2026-03-11T05:35:59.862" v="2722" actId="26606"/>
          <ac:spMkLst>
            <pc:docMk/>
            <pc:sldMk cId="1773109893" sldId="261"/>
            <ac:spMk id="1033" creationId="{325C01DD-603A-C12C-B620-08062C9BF241}"/>
          </ac:spMkLst>
        </pc:spChg>
        <pc:spChg chg="add del">
          <ac:chgData name="Kuroski, Brittney E CIV (USA)" userId="da29ddcf-73d8-4c50-bae6-a7b25f96b2d9" providerId="ADAL" clId="{C5D02905-5626-4D7C-9EC2-130B8A76CA59}" dt="2026-03-11T05:35:59.862" v="2722" actId="26606"/>
          <ac:spMkLst>
            <pc:docMk/>
            <pc:sldMk cId="1773109893" sldId="261"/>
            <ac:spMk id="1035" creationId="{843F8B07-A420-0E0A-75E1-AD25B75968F6}"/>
          </ac:spMkLst>
        </pc:spChg>
        <pc:spChg chg="add del">
          <ac:chgData name="Kuroski, Brittney E CIV (USA)" userId="da29ddcf-73d8-4c50-bae6-a7b25f96b2d9" providerId="ADAL" clId="{C5D02905-5626-4D7C-9EC2-130B8A76CA59}" dt="2026-03-11T05:35:54.335" v="2717" actId="26606"/>
          <ac:spMkLst>
            <pc:docMk/>
            <pc:sldMk cId="1773109893" sldId="261"/>
            <ac:spMk id="1040" creationId="{0288C6B4-AFC3-407F-A595-EFFD38D4CCAF}"/>
          </ac:spMkLst>
        </pc:spChg>
        <pc:spChg chg="add del">
          <ac:chgData name="Kuroski, Brittney E CIV (USA)" userId="da29ddcf-73d8-4c50-bae6-a7b25f96b2d9" providerId="ADAL" clId="{C5D02905-5626-4D7C-9EC2-130B8A76CA59}" dt="2026-03-11T05:35:54.335" v="2717" actId="26606"/>
          <ac:spMkLst>
            <pc:docMk/>
            <pc:sldMk cId="1773109893" sldId="261"/>
            <ac:spMk id="1042" creationId="{CF236821-17FE-429B-8D2C-08E13A64EA40}"/>
          </ac:spMkLst>
        </pc:spChg>
        <pc:spChg chg="add del">
          <ac:chgData name="Kuroski, Brittney E CIV (USA)" userId="da29ddcf-73d8-4c50-bae6-a7b25f96b2d9" providerId="ADAL" clId="{C5D02905-5626-4D7C-9EC2-130B8A76CA59}" dt="2026-03-11T05:35:54.335" v="2717" actId="26606"/>
          <ac:spMkLst>
            <pc:docMk/>
            <pc:sldMk cId="1773109893" sldId="261"/>
            <ac:spMk id="1044" creationId="{C0BDBCD2-E081-43AB-9119-C55465E59757}"/>
          </ac:spMkLst>
        </pc:spChg>
        <pc:spChg chg="add del">
          <ac:chgData name="Kuroski, Brittney E CIV (USA)" userId="da29ddcf-73d8-4c50-bae6-a7b25f96b2d9" providerId="ADAL" clId="{C5D02905-5626-4D7C-9EC2-130B8A76CA59}" dt="2026-03-11T05:35:54.335" v="2717" actId="26606"/>
          <ac:spMkLst>
            <pc:docMk/>
            <pc:sldMk cId="1773109893" sldId="261"/>
            <ac:spMk id="1046" creationId="{98E79BE4-34FE-485A-98A5-92CE8F7C4743}"/>
          </ac:spMkLst>
        </pc:spChg>
        <pc:spChg chg="add del">
          <ac:chgData name="Kuroski, Brittney E CIV (USA)" userId="da29ddcf-73d8-4c50-bae6-a7b25f96b2d9" providerId="ADAL" clId="{C5D02905-5626-4D7C-9EC2-130B8A76CA59}" dt="2026-03-11T05:35:54.335" v="2717" actId="26606"/>
          <ac:spMkLst>
            <pc:docMk/>
            <pc:sldMk cId="1773109893" sldId="261"/>
            <ac:spMk id="1048" creationId="{7A5F0580-5EE9-419F-96EE-B6529EF6E7D0}"/>
          </ac:spMkLst>
        </pc:spChg>
        <pc:spChg chg="add del">
          <ac:chgData name="Kuroski, Brittney E CIV (USA)" userId="da29ddcf-73d8-4c50-bae6-a7b25f96b2d9" providerId="ADAL" clId="{C5D02905-5626-4D7C-9EC2-130B8A76CA59}" dt="2026-03-11T05:35:57.251" v="2719" actId="26606"/>
          <ac:spMkLst>
            <pc:docMk/>
            <pc:sldMk cId="1773109893" sldId="261"/>
            <ac:spMk id="1050" creationId="{2550BE34-C2B8-49B8-8519-67A8CAD51AE9}"/>
          </ac:spMkLst>
        </pc:spChg>
        <pc:spChg chg="add del">
          <ac:chgData name="Kuroski, Brittney E CIV (USA)" userId="da29ddcf-73d8-4c50-bae6-a7b25f96b2d9" providerId="ADAL" clId="{C5D02905-5626-4D7C-9EC2-130B8A76CA59}" dt="2026-03-11T05:35:57.251" v="2719" actId="26606"/>
          <ac:spMkLst>
            <pc:docMk/>
            <pc:sldMk cId="1773109893" sldId="261"/>
            <ac:spMk id="1051" creationId="{A7457DD9-5A45-400A-AB4B-4B4EDECA25F1}"/>
          </ac:spMkLst>
        </pc:spChg>
        <pc:spChg chg="add del">
          <ac:chgData name="Kuroski, Brittney E CIV (USA)" userId="da29ddcf-73d8-4c50-bae6-a7b25f96b2d9" providerId="ADAL" clId="{C5D02905-5626-4D7C-9EC2-130B8A76CA59}" dt="2026-03-11T05:35:57.251" v="2719" actId="26606"/>
          <ac:spMkLst>
            <pc:docMk/>
            <pc:sldMk cId="1773109893" sldId="261"/>
            <ac:spMk id="1052" creationId="{441CF7D6-A660-431A-B0BB-140A0D5556B6}"/>
          </ac:spMkLst>
        </pc:spChg>
        <pc:spChg chg="add del">
          <ac:chgData name="Kuroski, Brittney E CIV (USA)" userId="da29ddcf-73d8-4c50-bae6-a7b25f96b2d9" providerId="ADAL" clId="{C5D02905-5626-4D7C-9EC2-130B8A76CA59}" dt="2026-03-11T05:35:57.251" v="2719" actId="26606"/>
          <ac:spMkLst>
            <pc:docMk/>
            <pc:sldMk cId="1773109893" sldId="261"/>
            <ac:spMk id="1053" creationId="{0570A85B-3810-4F95-97B0-CBF4CCDB381C}"/>
          </ac:spMkLst>
        </pc:spChg>
        <pc:spChg chg="add del">
          <ac:chgData name="Kuroski, Brittney E CIV (USA)" userId="da29ddcf-73d8-4c50-bae6-a7b25f96b2d9" providerId="ADAL" clId="{C5D02905-5626-4D7C-9EC2-130B8A76CA59}" dt="2026-03-11T05:35:59.846" v="2721" actId="26606"/>
          <ac:spMkLst>
            <pc:docMk/>
            <pc:sldMk cId="1773109893" sldId="261"/>
            <ac:spMk id="1055" creationId="{0288C6B4-AFC3-407F-A595-EFFD38D4CCAF}"/>
          </ac:spMkLst>
        </pc:spChg>
        <pc:spChg chg="add del">
          <ac:chgData name="Kuroski, Brittney E CIV (USA)" userId="da29ddcf-73d8-4c50-bae6-a7b25f96b2d9" providerId="ADAL" clId="{C5D02905-5626-4D7C-9EC2-130B8A76CA59}" dt="2026-03-11T05:35:59.846" v="2721" actId="26606"/>
          <ac:spMkLst>
            <pc:docMk/>
            <pc:sldMk cId="1773109893" sldId="261"/>
            <ac:spMk id="1056" creationId="{CF236821-17FE-429B-8D2C-08E13A64EA40}"/>
          </ac:spMkLst>
        </pc:spChg>
        <pc:spChg chg="add del">
          <ac:chgData name="Kuroski, Brittney E CIV (USA)" userId="da29ddcf-73d8-4c50-bae6-a7b25f96b2d9" providerId="ADAL" clId="{C5D02905-5626-4D7C-9EC2-130B8A76CA59}" dt="2026-03-11T05:35:59.846" v="2721" actId="26606"/>
          <ac:spMkLst>
            <pc:docMk/>
            <pc:sldMk cId="1773109893" sldId="261"/>
            <ac:spMk id="1057" creationId="{C0BDBCD2-E081-43AB-9119-C55465E59757}"/>
          </ac:spMkLst>
        </pc:spChg>
        <pc:spChg chg="add del">
          <ac:chgData name="Kuroski, Brittney E CIV (USA)" userId="da29ddcf-73d8-4c50-bae6-a7b25f96b2d9" providerId="ADAL" clId="{C5D02905-5626-4D7C-9EC2-130B8A76CA59}" dt="2026-03-11T05:35:59.846" v="2721" actId="26606"/>
          <ac:spMkLst>
            <pc:docMk/>
            <pc:sldMk cId="1773109893" sldId="261"/>
            <ac:spMk id="1058" creationId="{98E79BE4-34FE-485A-98A5-92CE8F7C4743}"/>
          </ac:spMkLst>
        </pc:spChg>
        <pc:spChg chg="add del">
          <ac:chgData name="Kuroski, Brittney E CIV (USA)" userId="da29ddcf-73d8-4c50-bae6-a7b25f96b2d9" providerId="ADAL" clId="{C5D02905-5626-4D7C-9EC2-130B8A76CA59}" dt="2026-03-11T05:35:59.846" v="2721" actId="26606"/>
          <ac:spMkLst>
            <pc:docMk/>
            <pc:sldMk cId="1773109893" sldId="261"/>
            <ac:spMk id="1059" creationId="{7A5F0580-5EE9-419F-96EE-B6529EF6E7D0}"/>
          </ac:spMkLst>
        </pc:spChg>
        <pc:spChg chg="add del">
          <ac:chgData name="Kuroski, Brittney E CIV (USA)" userId="da29ddcf-73d8-4c50-bae6-a7b25f96b2d9" providerId="ADAL" clId="{C5D02905-5626-4D7C-9EC2-130B8A76CA59}" dt="2026-03-11T05:50:18.767" v="2785" actId="26606"/>
          <ac:spMkLst>
            <pc:docMk/>
            <pc:sldMk cId="1773109893" sldId="261"/>
            <ac:spMk id="1061" creationId="{5C9B446A-6343-4E56-90BA-061E4DDF0FFB}"/>
          </ac:spMkLst>
        </pc:spChg>
        <pc:spChg chg="add del">
          <ac:chgData name="Kuroski, Brittney E CIV (USA)" userId="da29ddcf-73d8-4c50-bae6-a7b25f96b2d9" providerId="ADAL" clId="{C5D02905-5626-4D7C-9EC2-130B8A76CA59}" dt="2026-03-11T05:50:18.767" v="2785" actId="26606"/>
          <ac:spMkLst>
            <pc:docMk/>
            <pc:sldMk cId="1773109893" sldId="261"/>
            <ac:spMk id="1062" creationId="{3EC72A1B-03D3-499C-B4BF-AC68EEC22B10}"/>
          </ac:spMkLst>
        </pc:spChg>
        <pc:spChg chg="add del">
          <ac:chgData name="Kuroski, Brittney E CIV (USA)" userId="da29ddcf-73d8-4c50-bae6-a7b25f96b2d9" providerId="ADAL" clId="{C5D02905-5626-4D7C-9EC2-130B8A76CA59}" dt="2026-03-11T05:50:18.767" v="2785" actId="26606"/>
          <ac:spMkLst>
            <pc:docMk/>
            <pc:sldMk cId="1773109893" sldId="261"/>
            <ac:spMk id="1063" creationId="{216322C2-3CF0-4D33-BF90-3F384CF6D232}"/>
          </ac:spMkLst>
        </pc:spChg>
        <pc:spChg chg="add del">
          <ac:chgData name="Kuroski, Brittney E CIV (USA)" userId="da29ddcf-73d8-4c50-bae6-a7b25f96b2d9" providerId="ADAL" clId="{C5D02905-5626-4D7C-9EC2-130B8A76CA59}" dt="2026-03-11T05:50:18.767" v="2785" actId="26606"/>
          <ac:spMkLst>
            <pc:docMk/>
            <pc:sldMk cId="1773109893" sldId="261"/>
            <ac:spMk id="1064" creationId="{55D4142C-5077-457F-A6AD-3FECFDB39685}"/>
          </ac:spMkLst>
        </pc:spChg>
        <pc:spChg chg="add">
          <ac:chgData name="Kuroski, Brittney E CIV (USA)" userId="da29ddcf-73d8-4c50-bae6-a7b25f96b2d9" providerId="ADAL" clId="{C5D02905-5626-4D7C-9EC2-130B8A76CA59}" dt="2026-03-11T05:35:59.862" v="2722" actId="26606"/>
          <ac:spMkLst>
            <pc:docMk/>
            <pc:sldMk cId="1773109893" sldId="261"/>
            <ac:spMk id="1065" creationId="{7A5F0580-5EE9-419F-96EE-B6529EF6E7D0}"/>
          </ac:spMkLst>
        </pc:spChg>
        <pc:spChg chg="add del">
          <ac:chgData name="Kuroski, Brittney E CIV (USA)" userId="da29ddcf-73d8-4c50-bae6-a7b25f96b2d9" providerId="ADAL" clId="{C5D02905-5626-4D7C-9EC2-130B8A76CA59}" dt="2026-03-11T05:50:18.767" v="2785" actId="26606"/>
          <ac:spMkLst>
            <pc:docMk/>
            <pc:sldMk cId="1773109893" sldId="261"/>
            <ac:spMk id="1070" creationId="{2C9A9DA9-7DC8-488B-A882-123947B0F3D9}"/>
          </ac:spMkLst>
        </pc:spChg>
        <pc:spChg chg="add del">
          <ac:chgData name="Kuroski, Brittney E CIV (USA)" userId="da29ddcf-73d8-4c50-bae6-a7b25f96b2d9" providerId="ADAL" clId="{C5D02905-5626-4D7C-9EC2-130B8A76CA59}" dt="2026-03-11T05:50:18.767" v="2785" actId="26606"/>
          <ac:spMkLst>
            <pc:docMk/>
            <pc:sldMk cId="1773109893" sldId="261"/>
            <ac:spMk id="1072" creationId="{57F6BDD4-E066-4008-8011-6CC31AEB4556}"/>
          </ac:spMkLst>
        </pc:spChg>
        <pc:spChg chg="add del">
          <ac:chgData name="Kuroski, Brittney E CIV (USA)" userId="da29ddcf-73d8-4c50-bae6-a7b25f96b2d9" providerId="ADAL" clId="{C5D02905-5626-4D7C-9EC2-130B8A76CA59}" dt="2026-03-11T05:50:18.767" v="2785" actId="26606"/>
          <ac:spMkLst>
            <pc:docMk/>
            <pc:sldMk cId="1773109893" sldId="261"/>
            <ac:spMk id="1074" creationId="{2711A8FB-68FC-45FC-B01E-38F809E2D439}"/>
          </ac:spMkLst>
        </pc:spChg>
        <pc:spChg chg="add del">
          <ac:chgData name="Kuroski, Brittney E CIV (USA)" userId="da29ddcf-73d8-4c50-bae6-a7b25f96b2d9" providerId="ADAL" clId="{C5D02905-5626-4D7C-9EC2-130B8A76CA59}" dt="2026-03-11T05:50:18.767" v="2785" actId="26606"/>
          <ac:spMkLst>
            <pc:docMk/>
            <pc:sldMk cId="1773109893" sldId="261"/>
            <ac:spMk id="1076" creationId="{2A865FE3-5FC9-4049-87CF-30019C46C0F5}"/>
          </ac:spMkLst>
        </pc:spChg>
        <pc:picChg chg="del">
          <ac:chgData name="Kuroski, Brittney E CIV (USA)" userId="da29ddcf-73d8-4c50-bae6-a7b25f96b2d9" providerId="ADAL" clId="{C5D02905-5626-4D7C-9EC2-130B8A76CA59}" dt="2026-03-11T05:27:22.931" v="2572" actId="478"/>
          <ac:picMkLst>
            <pc:docMk/>
            <pc:sldMk cId="1773109893" sldId="261"/>
            <ac:picMk id="5" creationId="{EC38BEEE-F90C-8942-2691-D55BC6A0101F}"/>
          </ac:picMkLst>
        </pc:picChg>
        <pc:picChg chg="add del mod">
          <ac:chgData name="Kuroski, Brittney E CIV (USA)" userId="da29ddcf-73d8-4c50-bae6-a7b25f96b2d9" providerId="ADAL" clId="{C5D02905-5626-4D7C-9EC2-130B8A76CA59}" dt="2026-03-11T05:50:22.236" v="2789" actId="478"/>
          <ac:picMkLst>
            <pc:docMk/>
            <pc:sldMk cId="1773109893" sldId="261"/>
            <ac:picMk id="6" creationId="{07E98C83-53EF-85CF-D1C0-3E6768782B6E}"/>
          </ac:picMkLst>
        </pc:picChg>
        <pc:picChg chg="add del mod">
          <ac:chgData name="Kuroski, Brittney E CIV (USA)" userId="da29ddcf-73d8-4c50-bae6-a7b25f96b2d9" providerId="ADAL" clId="{C5D02905-5626-4D7C-9EC2-130B8A76CA59}" dt="2026-03-11T05:50:21.714" v="2788" actId="22"/>
          <ac:picMkLst>
            <pc:docMk/>
            <pc:sldMk cId="1773109893" sldId="261"/>
            <ac:picMk id="8" creationId="{5AD1E6D8-B089-D1D2-6B2D-6088319E769F}"/>
          </ac:picMkLst>
        </pc:picChg>
      </pc:sldChg>
      <pc:sldChg chg="addSp delSp modSp add mod ord modAnim">
        <pc:chgData name="Kuroski, Brittney E CIV (USA)" userId="da29ddcf-73d8-4c50-bae6-a7b25f96b2d9" providerId="ADAL" clId="{C5D02905-5626-4D7C-9EC2-130B8A76CA59}" dt="2026-03-11T06:14:13.574" v="3824"/>
        <pc:sldMkLst>
          <pc:docMk/>
          <pc:sldMk cId="1019350224" sldId="262"/>
        </pc:sldMkLst>
        <pc:spChg chg="mod">
          <ac:chgData name="Kuroski, Brittney E CIV (USA)" userId="da29ddcf-73d8-4c50-bae6-a7b25f96b2d9" providerId="ADAL" clId="{C5D02905-5626-4D7C-9EC2-130B8A76CA59}" dt="2026-03-11T05:51:25.873" v="2820" actId="26606"/>
          <ac:spMkLst>
            <pc:docMk/>
            <pc:sldMk cId="1019350224" sldId="262"/>
            <ac:spMk id="2" creationId="{E5EE570F-C1DB-EC1E-4865-09D9CFE241B1}"/>
          </ac:spMkLst>
        </pc:spChg>
        <pc:spChg chg="mod">
          <ac:chgData name="Kuroski, Brittney E CIV (USA)" userId="da29ddcf-73d8-4c50-bae6-a7b25f96b2d9" providerId="ADAL" clId="{C5D02905-5626-4D7C-9EC2-130B8A76CA59}" dt="2026-03-11T06:13:08.702" v="3822" actId="20577"/>
          <ac:spMkLst>
            <pc:docMk/>
            <pc:sldMk cId="1019350224" sldId="262"/>
            <ac:spMk id="3" creationId="{A1E1F631-75C8-90C6-350F-66D31C433177}"/>
          </ac:spMkLst>
        </pc:spChg>
        <pc:spChg chg="add del">
          <ac:chgData name="Kuroski, Brittney E CIV (USA)" userId="da29ddcf-73d8-4c50-bae6-a7b25f96b2d9" providerId="ADAL" clId="{C5D02905-5626-4D7C-9EC2-130B8A76CA59}" dt="2026-03-11T05:51:25.873" v="2820" actId="26606"/>
          <ac:spMkLst>
            <pc:docMk/>
            <pc:sldMk cId="1019350224" sldId="262"/>
            <ac:spMk id="1031" creationId="{ED70BA44-D454-57B8-F685-95B355E1E1D5}"/>
          </ac:spMkLst>
        </pc:spChg>
        <pc:spChg chg="add del">
          <ac:chgData name="Kuroski, Brittney E CIV (USA)" userId="da29ddcf-73d8-4c50-bae6-a7b25f96b2d9" providerId="ADAL" clId="{C5D02905-5626-4D7C-9EC2-130B8A76CA59}" dt="2026-03-11T05:51:25.873" v="2820" actId="26606"/>
          <ac:spMkLst>
            <pc:docMk/>
            <pc:sldMk cId="1019350224" sldId="262"/>
            <ac:spMk id="1033" creationId="{E75A2153-43D4-19D0-47AA-2DD8CF4E9826}"/>
          </ac:spMkLst>
        </pc:spChg>
        <pc:spChg chg="add del">
          <ac:chgData name="Kuroski, Brittney E CIV (USA)" userId="da29ddcf-73d8-4c50-bae6-a7b25f96b2d9" providerId="ADAL" clId="{C5D02905-5626-4D7C-9EC2-130B8A76CA59}" dt="2026-03-11T05:51:25.873" v="2820" actId="26606"/>
          <ac:spMkLst>
            <pc:docMk/>
            <pc:sldMk cId="1019350224" sldId="262"/>
            <ac:spMk id="1035" creationId="{3A294072-7F5C-21F4-4809-91D4CB8D73DC}"/>
          </ac:spMkLst>
        </pc:spChg>
        <pc:spChg chg="add del">
          <ac:chgData name="Kuroski, Brittney E CIV (USA)" userId="da29ddcf-73d8-4c50-bae6-a7b25f96b2d9" providerId="ADAL" clId="{C5D02905-5626-4D7C-9EC2-130B8A76CA59}" dt="2026-03-11T05:51:25.873" v="2820" actId="26606"/>
          <ac:spMkLst>
            <pc:docMk/>
            <pc:sldMk cId="1019350224" sldId="262"/>
            <ac:spMk id="1040" creationId="{F94AA2BD-2E3F-4B1D-8127-5744B8115311}"/>
          </ac:spMkLst>
        </pc:spChg>
        <pc:spChg chg="add del">
          <ac:chgData name="Kuroski, Brittney E CIV (USA)" userId="da29ddcf-73d8-4c50-bae6-a7b25f96b2d9" providerId="ADAL" clId="{C5D02905-5626-4D7C-9EC2-130B8A76CA59}" dt="2026-03-11T05:51:25.873" v="2820" actId="26606"/>
          <ac:spMkLst>
            <pc:docMk/>
            <pc:sldMk cId="1019350224" sldId="262"/>
            <ac:spMk id="1042" creationId="{4BD02261-2DC8-4AA8-9E16-7751AE892445}"/>
          </ac:spMkLst>
        </pc:spChg>
        <pc:spChg chg="add del">
          <ac:chgData name="Kuroski, Brittney E CIV (USA)" userId="da29ddcf-73d8-4c50-bae6-a7b25f96b2d9" providerId="ADAL" clId="{C5D02905-5626-4D7C-9EC2-130B8A76CA59}" dt="2026-03-11T05:51:25.873" v="2820" actId="26606"/>
          <ac:spMkLst>
            <pc:docMk/>
            <pc:sldMk cId="1019350224" sldId="262"/>
            <ac:spMk id="1044" creationId="{3D752CF2-2291-40B5-B462-C17B174C10BC}"/>
          </ac:spMkLst>
        </pc:spChg>
        <pc:picChg chg="del">
          <ac:chgData name="Kuroski, Brittney E CIV (USA)" userId="da29ddcf-73d8-4c50-bae6-a7b25f96b2d9" providerId="ADAL" clId="{C5D02905-5626-4D7C-9EC2-130B8A76CA59}" dt="2026-03-11T05:46:52.587" v="2761" actId="478"/>
          <ac:picMkLst>
            <pc:docMk/>
            <pc:sldMk cId="1019350224" sldId="262"/>
            <ac:picMk id="5" creationId="{BD20E3C4-6F61-659B-0966-AE6EB346E3BB}"/>
          </ac:picMkLst>
        </pc:picChg>
        <pc:picChg chg="add mod">
          <ac:chgData name="Kuroski, Brittney E CIV (USA)" userId="da29ddcf-73d8-4c50-bae6-a7b25f96b2d9" providerId="ADAL" clId="{C5D02905-5626-4D7C-9EC2-130B8A76CA59}" dt="2026-03-11T05:51:27.968" v="2822" actId="962"/>
          <ac:picMkLst>
            <pc:docMk/>
            <pc:sldMk cId="1019350224" sldId="262"/>
            <ac:picMk id="6" creationId="{044A5283-BDD1-4805-3E0C-89FA89A0C8BA}"/>
          </ac:picMkLst>
        </pc:picChg>
      </pc:sldChg>
      <pc:sldChg chg="addSp delSp modSp add mod ord modAnim">
        <pc:chgData name="Kuroski, Brittney E CIV (USA)" userId="da29ddcf-73d8-4c50-bae6-a7b25f96b2d9" providerId="ADAL" clId="{C5D02905-5626-4D7C-9EC2-130B8A76CA59}" dt="2026-03-11T05:58:46.795" v="3164" actId="478"/>
        <pc:sldMkLst>
          <pc:docMk/>
          <pc:sldMk cId="2041757679" sldId="263"/>
        </pc:sldMkLst>
        <pc:spChg chg="mod">
          <ac:chgData name="Kuroski, Brittney E CIV (USA)" userId="da29ddcf-73d8-4c50-bae6-a7b25f96b2d9" providerId="ADAL" clId="{C5D02905-5626-4D7C-9EC2-130B8A76CA59}" dt="2026-03-11T05:57:47.475" v="3154" actId="1076"/>
          <ac:spMkLst>
            <pc:docMk/>
            <pc:sldMk cId="2041757679" sldId="263"/>
            <ac:spMk id="2" creationId="{164DC75C-B6BE-965F-11D6-BC0BA7196E24}"/>
          </ac:spMkLst>
        </pc:spChg>
        <pc:spChg chg="mod">
          <ac:chgData name="Kuroski, Brittney E CIV (USA)" userId="da29ddcf-73d8-4c50-bae6-a7b25f96b2d9" providerId="ADAL" clId="{C5D02905-5626-4D7C-9EC2-130B8A76CA59}" dt="2026-03-11T05:57:42.734" v="3153" actId="14100"/>
          <ac:spMkLst>
            <pc:docMk/>
            <pc:sldMk cId="2041757679" sldId="263"/>
            <ac:spMk id="3" creationId="{1C603F47-C646-C217-ACAE-5C90557140FF}"/>
          </ac:spMkLst>
        </pc:spChg>
        <pc:spChg chg="add del">
          <ac:chgData name="Kuroski, Brittney E CIV (USA)" userId="da29ddcf-73d8-4c50-bae6-a7b25f96b2d9" providerId="ADAL" clId="{C5D02905-5626-4D7C-9EC2-130B8A76CA59}" dt="2026-03-11T05:56:31.494" v="3067" actId="26606"/>
          <ac:spMkLst>
            <pc:docMk/>
            <pc:sldMk cId="2041757679" sldId="263"/>
            <ac:spMk id="8" creationId="{4067E3B8-7497-F5CB-8DB7-D727C37E129F}"/>
          </ac:spMkLst>
        </pc:spChg>
        <pc:spChg chg="add del">
          <ac:chgData name="Kuroski, Brittney E CIV (USA)" userId="da29ddcf-73d8-4c50-bae6-a7b25f96b2d9" providerId="ADAL" clId="{C5D02905-5626-4D7C-9EC2-130B8A76CA59}" dt="2026-03-11T05:56:31.494" v="3067" actId="26606"/>
          <ac:spMkLst>
            <pc:docMk/>
            <pc:sldMk cId="2041757679" sldId="263"/>
            <ac:spMk id="10" creationId="{98BF3BFB-4886-488A-5DB7-AD761AA67843}"/>
          </ac:spMkLst>
        </pc:spChg>
        <pc:spChg chg="add del mod">
          <ac:chgData name="Kuroski, Brittney E CIV (USA)" userId="da29ddcf-73d8-4c50-bae6-a7b25f96b2d9" providerId="ADAL" clId="{C5D02905-5626-4D7C-9EC2-130B8A76CA59}" dt="2026-03-11T05:58:25.490" v="3159" actId="478"/>
          <ac:spMkLst>
            <pc:docMk/>
            <pc:sldMk cId="2041757679" sldId="263"/>
            <ac:spMk id="11" creationId="{F49E493B-B77D-AB53-B71D-1008CB872D7E}"/>
          </ac:spMkLst>
        </pc:spChg>
        <pc:spChg chg="add del">
          <ac:chgData name="Kuroski, Brittney E CIV (USA)" userId="da29ddcf-73d8-4c50-bae6-a7b25f96b2d9" providerId="ADAL" clId="{C5D02905-5626-4D7C-9EC2-130B8A76CA59}" dt="2026-03-11T05:56:31.494" v="3067" actId="26606"/>
          <ac:spMkLst>
            <pc:docMk/>
            <pc:sldMk cId="2041757679" sldId="263"/>
            <ac:spMk id="12" creationId="{A7AC9C7D-AE8F-A788-56C3-4F3EFC19235E}"/>
          </ac:spMkLst>
        </pc:spChg>
        <pc:spChg chg="add del">
          <ac:chgData name="Kuroski, Brittney E CIV (USA)" userId="da29ddcf-73d8-4c50-bae6-a7b25f96b2d9" providerId="ADAL" clId="{C5D02905-5626-4D7C-9EC2-130B8A76CA59}" dt="2026-03-11T05:56:31.494" v="3067" actId="26606"/>
          <ac:spMkLst>
            <pc:docMk/>
            <pc:sldMk cId="2041757679" sldId="263"/>
            <ac:spMk id="14" creationId="{302552A5-EC04-1A2C-0FA4-67D49B99DD3E}"/>
          </ac:spMkLst>
        </pc:spChg>
        <pc:spChg chg="add del">
          <ac:chgData name="Kuroski, Brittney E CIV (USA)" userId="da29ddcf-73d8-4c50-bae6-a7b25f96b2d9" providerId="ADAL" clId="{C5D02905-5626-4D7C-9EC2-130B8A76CA59}" dt="2026-03-11T05:58:40" v="3163" actId="22"/>
          <ac:spMkLst>
            <pc:docMk/>
            <pc:sldMk cId="2041757679" sldId="263"/>
            <ac:spMk id="15" creationId="{2BBC621A-88C9-BE11-E880-5E866CCFBE28}"/>
          </ac:spMkLst>
        </pc:spChg>
        <pc:spChg chg="add">
          <ac:chgData name="Kuroski, Brittney E CIV (USA)" userId="da29ddcf-73d8-4c50-bae6-a7b25f96b2d9" providerId="ADAL" clId="{C5D02905-5626-4D7C-9EC2-130B8A76CA59}" dt="2026-03-11T05:56:31.494" v="3067" actId="26606"/>
          <ac:spMkLst>
            <pc:docMk/>
            <pc:sldMk cId="2041757679" sldId="263"/>
            <ac:spMk id="16" creationId="{2550BE34-C2B8-49B8-8519-67A8CAD51AE9}"/>
          </ac:spMkLst>
        </pc:spChg>
        <pc:spChg chg="add">
          <ac:chgData name="Kuroski, Brittney E CIV (USA)" userId="da29ddcf-73d8-4c50-bae6-a7b25f96b2d9" providerId="ADAL" clId="{C5D02905-5626-4D7C-9EC2-130B8A76CA59}" dt="2026-03-11T05:56:31.494" v="3067" actId="26606"/>
          <ac:spMkLst>
            <pc:docMk/>
            <pc:sldMk cId="2041757679" sldId="263"/>
            <ac:spMk id="17" creationId="{A7457DD9-5A45-400A-AB4B-4B4EDECA25F1}"/>
          </ac:spMkLst>
        </pc:spChg>
        <pc:spChg chg="add">
          <ac:chgData name="Kuroski, Brittney E CIV (USA)" userId="da29ddcf-73d8-4c50-bae6-a7b25f96b2d9" providerId="ADAL" clId="{C5D02905-5626-4D7C-9EC2-130B8A76CA59}" dt="2026-03-11T05:56:31.494" v="3067" actId="26606"/>
          <ac:spMkLst>
            <pc:docMk/>
            <pc:sldMk cId="2041757679" sldId="263"/>
            <ac:spMk id="18" creationId="{441CF7D6-A660-431A-B0BB-140A0D5556B6}"/>
          </ac:spMkLst>
        </pc:spChg>
        <pc:spChg chg="add del">
          <ac:chgData name="Kuroski, Brittney E CIV (USA)" userId="da29ddcf-73d8-4c50-bae6-a7b25f96b2d9" providerId="ADAL" clId="{C5D02905-5626-4D7C-9EC2-130B8A76CA59}" dt="2026-03-11T05:56:13.743" v="3062" actId="26606"/>
          <ac:spMkLst>
            <pc:docMk/>
            <pc:sldMk cId="2041757679" sldId="263"/>
            <ac:spMk id="19" creationId="{B082622D-AAF3-4897-8629-FC918530DD86}"/>
          </ac:spMkLst>
        </pc:spChg>
        <pc:spChg chg="add">
          <ac:chgData name="Kuroski, Brittney E CIV (USA)" userId="da29ddcf-73d8-4c50-bae6-a7b25f96b2d9" providerId="ADAL" clId="{C5D02905-5626-4D7C-9EC2-130B8A76CA59}" dt="2026-03-11T05:56:31.494" v="3067" actId="26606"/>
          <ac:spMkLst>
            <pc:docMk/>
            <pc:sldMk cId="2041757679" sldId="263"/>
            <ac:spMk id="20" creationId="{0570A85B-3810-4F95-97B0-CBF4CCDB381C}"/>
          </ac:spMkLst>
        </pc:spChg>
        <pc:spChg chg="add del">
          <ac:chgData name="Kuroski, Brittney E CIV (USA)" userId="da29ddcf-73d8-4c50-bae6-a7b25f96b2d9" providerId="ADAL" clId="{C5D02905-5626-4D7C-9EC2-130B8A76CA59}" dt="2026-03-11T05:56:13.743" v="3062" actId="26606"/>
          <ac:spMkLst>
            <pc:docMk/>
            <pc:sldMk cId="2041757679" sldId="263"/>
            <ac:spMk id="21" creationId="{A7457DD9-5A45-400A-AB4B-4B4EDECA25F1}"/>
          </ac:spMkLst>
        </pc:spChg>
        <pc:spChg chg="add del">
          <ac:chgData name="Kuroski, Brittney E CIV (USA)" userId="da29ddcf-73d8-4c50-bae6-a7b25f96b2d9" providerId="ADAL" clId="{C5D02905-5626-4D7C-9EC2-130B8A76CA59}" dt="2026-03-11T05:56:13.743" v="3062" actId="26606"/>
          <ac:spMkLst>
            <pc:docMk/>
            <pc:sldMk cId="2041757679" sldId="263"/>
            <ac:spMk id="23" creationId="{441CF7D6-A660-431A-B0BB-140A0D5556B6}"/>
          </ac:spMkLst>
        </pc:spChg>
        <pc:spChg chg="add del">
          <ac:chgData name="Kuroski, Brittney E CIV (USA)" userId="da29ddcf-73d8-4c50-bae6-a7b25f96b2d9" providerId="ADAL" clId="{C5D02905-5626-4D7C-9EC2-130B8A76CA59}" dt="2026-03-11T05:56:13.743" v="3062" actId="26606"/>
          <ac:spMkLst>
            <pc:docMk/>
            <pc:sldMk cId="2041757679" sldId="263"/>
            <ac:spMk id="25" creationId="{0570A85B-3810-4F95-97B0-CBF4CCDB381C}"/>
          </ac:spMkLst>
        </pc:spChg>
        <pc:picChg chg="add del mod">
          <ac:chgData name="Kuroski, Brittney E CIV (USA)" userId="da29ddcf-73d8-4c50-bae6-a7b25f96b2d9" providerId="ADAL" clId="{C5D02905-5626-4D7C-9EC2-130B8A76CA59}" dt="2026-03-11T05:56:17.691" v="3063" actId="22"/>
          <ac:picMkLst>
            <pc:docMk/>
            <pc:sldMk cId="2041757679" sldId="263"/>
            <ac:picMk id="5" creationId="{85A73826-718B-A1CB-E15C-72EC10B4371E}"/>
          </ac:picMkLst>
        </pc:picChg>
        <pc:picChg chg="add del mod">
          <ac:chgData name="Kuroski, Brittney E CIV (USA)" userId="da29ddcf-73d8-4c50-bae6-a7b25f96b2d9" providerId="ADAL" clId="{C5D02905-5626-4D7C-9EC2-130B8A76CA59}" dt="2026-03-11T05:58:46.795" v="3164" actId="478"/>
          <ac:picMkLst>
            <pc:docMk/>
            <pc:sldMk cId="2041757679" sldId="263"/>
            <ac:picMk id="7" creationId="{BE516EB9-42C5-D056-455C-71144669F74E}"/>
          </ac:picMkLst>
        </pc:picChg>
      </pc:sldChg>
      <pc:sldChg chg="modSp add del mod ord modAnim">
        <pc:chgData name="Kuroski, Brittney E CIV (USA)" userId="da29ddcf-73d8-4c50-bae6-a7b25f96b2d9" providerId="ADAL" clId="{C5D02905-5626-4D7C-9EC2-130B8A76CA59}" dt="2026-03-11T06:21:06.075" v="4443" actId="47"/>
        <pc:sldMkLst>
          <pc:docMk/>
          <pc:sldMk cId="2575192985" sldId="264"/>
        </pc:sldMkLst>
        <pc:spChg chg="mod">
          <ac:chgData name="Kuroski, Brittney E CIV (USA)" userId="da29ddcf-73d8-4c50-bae6-a7b25f96b2d9" providerId="ADAL" clId="{C5D02905-5626-4D7C-9EC2-130B8A76CA59}" dt="2026-03-11T06:17:20.341" v="4019" actId="20577"/>
          <ac:spMkLst>
            <pc:docMk/>
            <pc:sldMk cId="2575192985" sldId="264"/>
            <ac:spMk id="2" creationId="{48919B03-530E-3C88-2C1C-43217B8F3252}"/>
          </ac:spMkLst>
        </pc:spChg>
        <pc:spChg chg="mod">
          <ac:chgData name="Kuroski, Brittney E CIV (USA)" userId="da29ddcf-73d8-4c50-bae6-a7b25f96b2d9" providerId="ADAL" clId="{C5D02905-5626-4D7C-9EC2-130B8A76CA59}" dt="2026-03-11T06:21:02.816" v="4442" actId="5793"/>
          <ac:spMkLst>
            <pc:docMk/>
            <pc:sldMk cId="2575192985" sldId="264"/>
            <ac:spMk id="3" creationId="{3F0F2FD5-8AE8-C700-48F3-793D68EA8A4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26ED7B-FF17-4699-ACE3-DA119C732DD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97C1F2-4E68-4E7F-B2F9-9B3E3C5C0F4A}">
      <dgm:prSet custT="1"/>
      <dgm:spPr/>
      <dgm:t>
        <a:bodyPr/>
        <a:lstStyle/>
        <a:p>
          <a:r>
            <a:rPr lang="en-US" sz="2400" dirty="0"/>
            <a:t>Approximately 1 in 6 adults in the US are living with some type of sleep disorder</a:t>
          </a:r>
        </a:p>
      </dgm:t>
    </dgm:pt>
    <dgm:pt modelId="{B10C1058-2A39-4269-B36F-1D776A63A28F}" type="parTrans" cxnId="{C5922BE8-6AAA-43B7-B560-D4F990301B07}">
      <dgm:prSet/>
      <dgm:spPr/>
      <dgm:t>
        <a:bodyPr/>
        <a:lstStyle/>
        <a:p>
          <a:endParaRPr lang="en-US"/>
        </a:p>
      </dgm:t>
    </dgm:pt>
    <dgm:pt modelId="{3B0CEEE5-B9E5-4888-A15B-E6A38E45D6B2}" type="sibTrans" cxnId="{C5922BE8-6AAA-43B7-B560-D4F990301B07}">
      <dgm:prSet/>
      <dgm:spPr/>
      <dgm:t>
        <a:bodyPr/>
        <a:lstStyle/>
        <a:p>
          <a:endParaRPr lang="en-US"/>
        </a:p>
      </dgm:t>
    </dgm:pt>
    <dgm:pt modelId="{3267E256-7DE0-4B8A-8F3F-FD9D824FD48C}">
      <dgm:prSet custT="1"/>
      <dgm:spPr/>
      <dgm:t>
        <a:bodyPr/>
        <a:lstStyle/>
        <a:p>
          <a:r>
            <a:rPr lang="en-US" sz="2400" dirty="0"/>
            <a:t>Could we accurately predict likelihood of a sleep disorder based on a person’s BMI, stress, and sleep quality?</a:t>
          </a:r>
        </a:p>
      </dgm:t>
    </dgm:pt>
    <dgm:pt modelId="{0AF13DC6-7CCA-4BB3-A512-71D91431EA37}" type="parTrans" cxnId="{5D7E6C62-28DE-4473-B0C6-C56A507089BD}">
      <dgm:prSet/>
      <dgm:spPr/>
      <dgm:t>
        <a:bodyPr/>
        <a:lstStyle/>
        <a:p>
          <a:endParaRPr lang="en-US"/>
        </a:p>
      </dgm:t>
    </dgm:pt>
    <dgm:pt modelId="{BA089F9B-AEB6-496F-8D7A-7211F1D3AF0D}" type="sibTrans" cxnId="{5D7E6C62-28DE-4473-B0C6-C56A507089BD}">
      <dgm:prSet/>
      <dgm:spPr/>
      <dgm:t>
        <a:bodyPr/>
        <a:lstStyle/>
        <a:p>
          <a:endParaRPr lang="en-US"/>
        </a:p>
      </dgm:t>
    </dgm:pt>
    <dgm:pt modelId="{992D8A03-95BD-4C38-B9C1-96BA377E4225}" type="pres">
      <dgm:prSet presAssocID="{AD26ED7B-FF17-4699-ACE3-DA119C732DD8}" presName="linear" presStyleCnt="0">
        <dgm:presLayoutVars>
          <dgm:animLvl val="lvl"/>
          <dgm:resizeHandles val="exact"/>
        </dgm:presLayoutVars>
      </dgm:prSet>
      <dgm:spPr/>
    </dgm:pt>
    <dgm:pt modelId="{C781627C-BFFF-406E-96DF-8F99C90FDA66}" type="pres">
      <dgm:prSet presAssocID="{DF97C1F2-4E68-4E7F-B2F9-9B3E3C5C0F4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E7A486C-B127-4452-B9AC-677BDD41CEDD}" type="pres">
      <dgm:prSet presAssocID="{3B0CEEE5-B9E5-4888-A15B-E6A38E45D6B2}" presName="spacer" presStyleCnt="0"/>
      <dgm:spPr/>
    </dgm:pt>
    <dgm:pt modelId="{2833266B-B300-46CC-9B65-58C640F6F6AF}" type="pres">
      <dgm:prSet presAssocID="{3267E256-7DE0-4B8A-8F3F-FD9D824FD48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8A64540-EA88-4838-B579-E4B2B81FA77F}" type="presOf" srcId="{DF97C1F2-4E68-4E7F-B2F9-9B3E3C5C0F4A}" destId="{C781627C-BFFF-406E-96DF-8F99C90FDA66}" srcOrd="0" destOrd="0" presId="urn:microsoft.com/office/officeart/2005/8/layout/vList2"/>
    <dgm:cxn modelId="{5D7E6C62-28DE-4473-B0C6-C56A507089BD}" srcId="{AD26ED7B-FF17-4699-ACE3-DA119C732DD8}" destId="{3267E256-7DE0-4B8A-8F3F-FD9D824FD48C}" srcOrd="1" destOrd="0" parTransId="{0AF13DC6-7CCA-4BB3-A512-71D91431EA37}" sibTransId="{BA089F9B-AEB6-496F-8D7A-7211F1D3AF0D}"/>
    <dgm:cxn modelId="{3D8BEC5A-D4A3-447A-B560-2CE0186D8799}" type="presOf" srcId="{3267E256-7DE0-4B8A-8F3F-FD9D824FD48C}" destId="{2833266B-B300-46CC-9B65-58C640F6F6AF}" srcOrd="0" destOrd="0" presId="urn:microsoft.com/office/officeart/2005/8/layout/vList2"/>
    <dgm:cxn modelId="{C5922BE8-6AAA-43B7-B560-D4F990301B07}" srcId="{AD26ED7B-FF17-4699-ACE3-DA119C732DD8}" destId="{DF97C1F2-4E68-4E7F-B2F9-9B3E3C5C0F4A}" srcOrd="0" destOrd="0" parTransId="{B10C1058-2A39-4269-B36F-1D776A63A28F}" sibTransId="{3B0CEEE5-B9E5-4888-A15B-E6A38E45D6B2}"/>
    <dgm:cxn modelId="{33D9B9E9-0415-4077-8F21-86892A627B5B}" type="presOf" srcId="{AD26ED7B-FF17-4699-ACE3-DA119C732DD8}" destId="{992D8A03-95BD-4C38-B9C1-96BA377E4225}" srcOrd="0" destOrd="0" presId="urn:microsoft.com/office/officeart/2005/8/layout/vList2"/>
    <dgm:cxn modelId="{F276CD9B-3C79-474F-B5F2-33C67B8DC84D}" type="presParOf" srcId="{992D8A03-95BD-4C38-B9C1-96BA377E4225}" destId="{C781627C-BFFF-406E-96DF-8F99C90FDA66}" srcOrd="0" destOrd="0" presId="urn:microsoft.com/office/officeart/2005/8/layout/vList2"/>
    <dgm:cxn modelId="{8A79DE1C-DE9B-47E5-92EF-66309ADE376E}" type="presParOf" srcId="{992D8A03-95BD-4C38-B9C1-96BA377E4225}" destId="{CE7A486C-B127-4452-B9AC-677BDD41CEDD}" srcOrd="1" destOrd="0" presId="urn:microsoft.com/office/officeart/2005/8/layout/vList2"/>
    <dgm:cxn modelId="{C3F8C1B6-0C0A-4921-BCD3-EFBDFE2275C5}" type="presParOf" srcId="{992D8A03-95BD-4C38-B9C1-96BA377E4225}" destId="{2833266B-B300-46CC-9B65-58C640F6F6A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81627C-BFFF-406E-96DF-8F99C90FDA66}">
      <dsp:nvSpPr>
        <dsp:cNvPr id="0" name=""/>
        <dsp:cNvSpPr/>
      </dsp:nvSpPr>
      <dsp:spPr>
        <a:xfrm>
          <a:off x="0" y="1346157"/>
          <a:ext cx="6812280" cy="13308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Approximately 1 in 6 adults in the US are living with some type of sleep disorder</a:t>
          </a:r>
        </a:p>
      </dsp:txBody>
      <dsp:txXfrm>
        <a:off x="64968" y="1411125"/>
        <a:ext cx="6682344" cy="1200939"/>
      </dsp:txXfrm>
    </dsp:sp>
    <dsp:sp modelId="{2833266B-B300-46CC-9B65-58C640F6F6AF}">
      <dsp:nvSpPr>
        <dsp:cNvPr id="0" name=""/>
        <dsp:cNvSpPr/>
      </dsp:nvSpPr>
      <dsp:spPr>
        <a:xfrm>
          <a:off x="0" y="2864232"/>
          <a:ext cx="6812280" cy="1330875"/>
        </a:xfrm>
        <a:prstGeom prst="roundRect">
          <a:avLst/>
        </a:prstGeom>
        <a:solidFill>
          <a:schemeClr val="accent2">
            <a:hueOff val="-2449550"/>
            <a:satOff val="-11314"/>
            <a:lumOff val="-23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Could we accurately predict likelihood of a sleep disorder based on a person’s BMI, stress, and sleep quality?</a:t>
          </a:r>
        </a:p>
      </dsp:txBody>
      <dsp:txXfrm>
        <a:off x="64968" y="2929200"/>
        <a:ext cx="6682344" cy="12009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1093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12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530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35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59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22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817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03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9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60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01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98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26E1D-24A9-F4EE-F942-D99FBE656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US" sz="4800" dirty="0"/>
              <a:t>Predictors of Sleep Disorders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3C775D6-9B20-1EEC-01EA-34A8A8EBE7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Brittney Kuroski</a:t>
            </a:r>
          </a:p>
        </p:txBody>
      </p:sp>
      <p:pic>
        <p:nvPicPr>
          <p:cNvPr id="50" name="Picture 49" descr="Woman sleeping with an eye mask">
            <a:extLst>
              <a:ext uri="{FF2B5EF4-FFF2-40B4-BE49-F238E27FC236}">
                <a16:creationId xmlns:a16="http://schemas.microsoft.com/office/drawing/2014/main" id="{405E4ECE-C799-3A23-10F1-C4EBACCAA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647" y="1454562"/>
            <a:ext cx="5917461" cy="394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526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1E1224E-6618-482E-BE87-321A7FC1C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C7F64A-4A4A-7DBE-3E80-B6E71F230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34" y="957447"/>
            <a:ext cx="3383280" cy="4943105"/>
          </a:xfrm>
        </p:spPr>
        <p:txBody>
          <a:bodyPr anchor="ctr">
            <a:normAutofit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8126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234" y="6163056"/>
            <a:ext cx="33832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72D7D1F3-7587-65D8-E457-3E874B96F1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604281"/>
              </p:ext>
            </p:extLst>
          </p:nvPr>
        </p:nvGraphicFramePr>
        <p:xfrm>
          <a:off x="4553712" y="621792"/>
          <a:ext cx="6812280" cy="5541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093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236E9-6893-D757-F510-5083D25FA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921B04E-0586-00CC-7F9C-47A1038E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D9AFA1B3-9F26-A84D-3897-0894188D8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1EC476C-9FF6-CDD6-BA43-F4675B896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3D1DFB-9BDA-76A8-887E-E174101FC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33" y="1161288"/>
            <a:ext cx="4354469" cy="4526280"/>
          </a:xfrm>
        </p:spPr>
        <p:txBody>
          <a:bodyPr>
            <a:normAutofit/>
          </a:bodyPr>
          <a:lstStyle/>
          <a:p>
            <a:r>
              <a:rPr lang="en-US" dirty="0"/>
              <a:t>Data Source &amp;</a:t>
            </a:r>
            <a:br>
              <a:rPr lang="en-US" dirty="0"/>
            </a:br>
            <a:r>
              <a:rPr lang="en-US" dirty="0"/>
              <a:t>Transformations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239A42-DA6B-47EB-B355-5C5EA5F07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4DDE-E08E-73D1-9D7C-7015A2CBE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/>
              <a:t>Data Source:</a:t>
            </a:r>
          </a:p>
          <a:p>
            <a:r>
              <a:rPr lang="en-US" sz="2000" dirty="0"/>
              <a:t>Sourced from Kaggle.com</a:t>
            </a:r>
          </a:p>
          <a:p>
            <a:r>
              <a:rPr lang="en-US" sz="2000" dirty="0"/>
              <a:t>Based on data from adults, both male and female, ages 27-59</a:t>
            </a:r>
          </a:p>
          <a:p>
            <a:pPr lvl="1"/>
            <a:r>
              <a:rPr lang="en-US" sz="1600" dirty="0"/>
              <a:t>Data shape = (374, 13)</a:t>
            </a:r>
          </a:p>
          <a:p>
            <a:r>
              <a:rPr lang="en-US" sz="2000" dirty="0"/>
              <a:t>Contains both numerical and categorical data</a:t>
            </a:r>
          </a:p>
          <a:p>
            <a:pPr marL="0" indent="0">
              <a:buNone/>
            </a:pPr>
            <a:r>
              <a:rPr lang="en-US" sz="2000" b="1" dirty="0"/>
              <a:t>Transformations:</a:t>
            </a:r>
          </a:p>
          <a:p>
            <a:r>
              <a:rPr lang="en-US" sz="2000" dirty="0"/>
              <a:t>Removed data that will not be used in this analysis</a:t>
            </a:r>
          </a:p>
          <a:p>
            <a:r>
              <a:rPr lang="en-US" sz="2000" dirty="0"/>
              <a:t>Normalized BMI Categories</a:t>
            </a:r>
          </a:p>
          <a:p>
            <a:r>
              <a:rPr lang="en-US" sz="2000" dirty="0"/>
              <a:t>Converted Gender, Quality of Sleep, Stress Score, and Sleep Disorder columns to binary columns</a:t>
            </a:r>
          </a:p>
          <a:p>
            <a:r>
              <a:rPr lang="en-US" sz="2000" dirty="0"/>
              <a:t>Converted “BMI Category” dimension to one-hot columns</a:t>
            </a:r>
          </a:p>
        </p:txBody>
      </p:sp>
    </p:spTree>
    <p:extLst>
      <p:ext uri="{BB962C8B-B14F-4D97-AF65-F5344CB8AC3E}">
        <p14:creationId xmlns:p14="http://schemas.microsoft.com/office/powerpoint/2010/main" val="195238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88609-680F-FD05-CFC3-D852A7420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5DF40726-9B19-4165-9C26-757D16E19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1A1B5-1011-7D4B-30DE-8DA74273D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64211"/>
            <a:ext cx="4571999" cy="1165002"/>
          </a:xfrm>
        </p:spPr>
        <p:txBody>
          <a:bodyPr anchor="b">
            <a:normAutofit/>
          </a:bodyPr>
          <a:lstStyle/>
          <a:p>
            <a:r>
              <a:rPr lang="en-US" sz="360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52535-E42D-AB44-18C9-FB03FE049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55327"/>
            <a:ext cx="4571999" cy="3776975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1800" b="1" dirty="0"/>
              <a:t>Correlation Matrix:</a:t>
            </a:r>
          </a:p>
          <a:p>
            <a:pPr marL="457200" lvl="1" indent="0">
              <a:buNone/>
            </a:pPr>
            <a:r>
              <a:rPr lang="en-US" sz="1800" dirty="0"/>
              <a:t>A BMI Category of Normal had a negative correlation with a sleep disorder</a:t>
            </a:r>
          </a:p>
          <a:p>
            <a:pPr marL="457200" lvl="1" indent="0">
              <a:buNone/>
            </a:pPr>
            <a:r>
              <a:rPr lang="en-US" sz="1800" dirty="0"/>
              <a:t>A BMI Category of Overweight has a positive correlation with a sleep disorder</a:t>
            </a:r>
          </a:p>
          <a:p>
            <a:pPr marL="457200" lvl="1" indent="0">
              <a:buNone/>
            </a:pPr>
            <a:endParaRPr lang="en-US" sz="1800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2089CB41-F399-4AEB-980C-5BFB1049C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6112341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1BFC967B-3DD6-463D-9DB9-6E4419AE0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96768" y="3817404"/>
            <a:ext cx="54864" cy="45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6CD5D-5512-9C99-523A-4228EE7B3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356" y="564211"/>
            <a:ext cx="5938269" cy="608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21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EAE77-2525-C0CA-9526-21D30DB00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C75C-B6BE-965F-11D6-BC0BA7196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586822"/>
            <a:ext cx="4315829" cy="1645920"/>
          </a:xfrm>
        </p:spPr>
        <p:txBody>
          <a:bodyPr>
            <a:normAutofit/>
          </a:bodyPr>
          <a:lstStyle/>
          <a:p>
            <a:r>
              <a:rPr lang="en-US" sz="3200" dirty="0"/>
              <a:t>Model Selection:</a:t>
            </a:r>
            <a:br>
              <a:rPr lang="en-US" sz="3200" dirty="0"/>
            </a:br>
            <a:r>
              <a:rPr lang="en-US" sz="3200" dirty="0"/>
              <a:t>Logistic Regression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140521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03F47-C646-C217-ACAE-5C9055714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0897" y="586822"/>
            <a:ext cx="5667678" cy="164592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Predicting 1 of 2 outcomes: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You have a sleep disorder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You do not have a sleep disorder</a:t>
            </a:r>
          </a:p>
        </p:txBody>
      </p:sp>
      <p:pic>
        <p:nvPicPr>
          <p:cNvPr id="7" name="Picture 6" descr="A picture containing text&#10;&#10;AI-generated content may be incorrect.">
            <a:extLst>
              <a:ext uri="{FF2B5EF4-FFF2-40B4-BE49-F238E27FC236}">
                <a16:creationId xmlns:a16="http://schemas.microsoft.com/office/drawing/2014/main" id="{BE516EB9-42C5-D056-455C-71144669F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17" y="3622022"/>
            <a:ext cx="11164824" cy="156307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4175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89BB8-2588-E110-E8F0-52E0B4E52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D70BA44-D454-57B8-F685-95B355E1E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E570F-C1DB-EC1E-4865-09D9CFE24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64211"/>
            <a:ext cx="4571999" cy="1165002"/>
          </a:xfrm>
        </p:spPr>
        <p:txBody>
          <a:bodyPr anchor="b">
            <a:normAutofit/>
          </a:bodyPr>
          <a:lstStyle/>
          <a:p>
            <a:r>
              <a:rPr lang="en-US" sz="3600" dirty="0"/>
              <a:t>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1F631-75C8-90C6-350F-66D31C433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55327"/>
            <a:ext cx="4571999" cy="3776975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sz="1800" dirty="0"/>
              <a:t>The model correctly predicted no sleep disorder for 40 individuals and incorrectly predicted a sleep disorder for 3 people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8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800" dirty="0"/>
              <a:t>The model incorrect predicted no sleep disorder for 3 people and correctly predicted a sleep disorder for 23 people. 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75A2153-43D4-19D0-47AA-2DD8CF4E9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6112341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A294072-7F5C-21F4-4809-91D4CB8D7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96768" y="3817404"/>
            <a:ext cx="54864" cy="45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Chart">
            <a:extLst>
              <a:ext uri="{FF2B5EF4-FFF2-40B4-BE49-F238E27FC236}">
                <a16:creationId xmlns:a16="http://schemas.microsoft.com/office/drawing/2014/main" id="{044A5283-BDD1-4805-3E0C-89FA89A0C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120" y="428206"/>
            <a:ext cx="6315956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50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699EB-8422-45FF-AB5A-F850109E6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1" name="Rectangle 1060">
            <a:extLst>
              <a:ext uri="{FF2B5EF4-FFF2-40B4-BE49-F238E27FC236}">
                <a16:creationId xmlns:a16="http://schemas.microsoft.com/office/drawing/2014/main" id="{5C9B446A-6343-4E56-90BA-061E4DDF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62" name="Freeform: Shape 1061">
            <a:extLst>
              <a:ext uri="{FF2B5EF4-FFF2-40B4-BE49-F238E27FC236}">
                <a16:creationId xmlns:a16="http://schemas.microsoft.com/office/drawing/2014/main" id="{3EC72A1B-03D3-499C-B4BF-AC68EEC22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63" name="Freeform: Shape 1062">
            <a:extLst>
              <a:ext uri="{FF2B5EF4-FFF2-40B4-BE49-F238E27FC236}">
                <a16:creationId xmlns:a16="http://schemas.microsoft.com/office/drawing/2014/main" id="{216322C2-3CF0-4D33-BF90-3F384CF6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1DAA2-0D24-3A7A-FCAF-0D5EB2718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678392" cy="1124712"/>
          </a:xfrm>
        </p:spPr>
        <p:txBody>
          <a:bodyPr anchor="b">
            <a:normAutofit/>
          </a:bodyPr>
          <a:lstStyle/>
          <a:p>
            <a:r>
              <a:rPr lang="en-US" sz="2800" dirty="0"/>
              <a:t>Classification Report</a:t>
            </a: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3EC06-F209-3C7F-36FA-9E678EBF3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920988" cy="3207258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 dirty="0"/>
              <a:t>The model correctly predicted the presence or absence of a sleep disorder in 91% of the test cases.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Out of the 32 people with a sleep disorder in the test dataset, the model correctly identified 91% of those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There was a well-balanced performance across both classes</a:t>
            </a:r>
          </a:p>
        </p:txBody>
      </p:sp>
      <p:pic>
        <p:nvPicPr>
          <p:cNvPr id="6" name="Picture 5" descr="Table&#10;&#10;AI-generated content may be incorrect.">
            <a:extLst>
              <a:ext uri="{FF2B5EF4-FFF2-40B4-BE49-F238E27FC236}">
                <a16:creationId xmlns:a16="http://schemas.microsoft.com/office/drawing/2014/main" id="{07E98C83-53EF-85CF-D1C0-3E6768782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967" y="2140797"/>
            <a:ext cx="6921940" cy="268564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310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274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Neue Haas Grotesk Text Pro</vt:lpstr>
      <vt:lpstr>AccentBoxVTI</vt:lpstr>
      <vt:lpstr>Predictors of Sleep Disorders</vt:lpstr>
      <vt:lpstr>Background</vt:lpstr>
      <vt:lpstr>Data Source &amp; Transformations</vt:lpstr>
      <vt:lpstr>Exploratory Data Analysis</vt:lpstr>
      <vt:lpstr>Model Selection: Logistic Regression</vt:lpstr>
      <vt:lpstr>Confusion Matrix</vt:lpstr>
      <vt:lpstr>Classification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Kuroski, Brittney E CIV (USA)</dc:creator>
  <cp:lastModifiedBy>Kuroski, Brittney E CIV (USA)</cp:lastModifiedBy>
  <cp:revision>1</cp:revision>
  <dcterms:created xsi:type="dcterms:W3CDTF">2026-03-04T19:42:28Z</dcterms:created>
  <dcterms:modified xsi:type="dcterms:W3CDTF">2026-03-11T06:21:09Z</dcterms:modified>
</cp:coreProperties>
</file>